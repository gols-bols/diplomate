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B14"/>
                </a:solidFill>
                <a:latin typeface="Arial"/>
              </a:rPr>
              <a:t>Разработка информационной системы управления заявками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6C5C49"/>
                </a:solidFill>
                <a:latin typeface="Arial"/>
              </a:rPr>
              <a:t>Курсовой проект по разработке web-приложения на Laravel с использованием MySQL и Git.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840480"/>
            <a:ext cx="4572000" cy="132588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968496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Основные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Arial"/>
              </a:defRPr>
            </a:pPr>
            <a:r>
              <a:t>Laravel 11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Arial"/>
              </a:defRPr>
            </a:pPr>
            <a:r>
              <a:t>PHP 8.2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Arial"/>
              </a:defRPr>
            </a:pPr>
            <a:r>
              <a:t>MySQL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Arial"/>
              </a:defRPr>
            </a:pPr>
            <a:r>
              <a:t>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5577840" cy="132588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3968496"/>
            <a:ext cx="51755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Назначение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1B14"/>
                </a:solidFill>
                <a:latin typeface="Arial"/>
              </a:rPr>
              <a:t>Централизованный учет, просмотр и сопровождение внутренних заявок пользователей.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C5C49"/>
                </a:solidFill>
                <a:latin typeface="Arial"/>
              </a:rPr>
              <a:t>Слайд 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Основа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Актуальность, цель и задачи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2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54480"/>
            <a:ext cx="5257800" cy="434340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82495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Актуальность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96596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Устные и разрозненные обращения легко теряются.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Пользователь не видит текущий статус своей заявки.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Руководителю сложно контролировать ход обработки обращений.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Нужна единая цифровая система регистрации и сопровождения.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4340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82495"/>
            <a:ext cx="4809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Цель и 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Разработать рабочий сайт для управления заявками.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Спроектировать базу данных MySQL.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Реализовать роли, вход, просмотр, создание и редактирование.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Подготовить документацию и материалы для защиты.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3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00200"/>
            <a:ext cx="3657600" cy="420624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28216"/>
            <a:ext cx="3255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2004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PHP 8.2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Laravel 11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Eloquent ORM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Blade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2926080" cy="420624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728216"/>
            <a:ext cx="2523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База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011680"/>
            <a:ext cx="24688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MySQL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Миграции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Сидеры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00200"/>
            <a:ext cx="3749039" cy="420624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728216"/>
            <a:ext cx="33467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Разработка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2004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Git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GitHub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Composer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Локальный запуск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5C49"/>
                </a:solidFill>
                <a:latin typeface="Arial"/>
              </a:rPr>
              <a:t>React в проекте не использовался, так как система реализована как server-rendered web-приложение на Laravel и Blade.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Диаграмма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Общая архитектура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4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828800" cy="822960"/>
          </a:xfrm>
          <a:prstGeom prst="roundRect">
            <a:avLst/>
          </a:prstGeom>
          <a:solidFill>
            <a:srgbClr val="73907B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Пользователь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743200"/>
            <a:ext cx="1828800" cy="82296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Браузер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331720"/>
            <a:ext cx="2011680" cy="1645920"/>
          </a:xfrm>
          <a:prstGeom prst="roundRect">
            <a:avLst/>
          </a:prstGeom>
          <a:solidFill>
            <a:srgbClr val="8E4A2A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Laravel
приложение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1828800" cy="64008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Маршруты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240280"/>
            <a:ext cx="1828800" cy="64008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Контроллеры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108960"/>
            <a:ext cx="1828800" cy="64008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Blade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977639"/>
            <a:ext cx="1828800" cy="64008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Модели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743200"/>
            <a:ext cx="1554480" cy="822960"/>
          </a:xfrm>
          <a:prstGeom prst="roundRect">
            <a:avLst/>
          </a:prstGeom>
          <a:solidFill>
            <a:srgbClr val="73907B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MySQL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3154680"/>
            <a:ext cx="36576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154680"/>
            <a:ext cx="36576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0" y="3154680"/>
            <a:ext cx="45720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0" y="3154680"/>
            <a:ext cx="54864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54406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C5C49"/>
                </a:solidFill>
                <a:latin typeface="Arial"/>
              </a:rPr>
              <a:t>Пользователь взаимодействует с системой через браузер. Запросы обрабатываются Laravel-приложением, а постоянное хранение данных выполняется в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Диаграмма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MVC-логика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5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554480" cy="77724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Маршрут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560320"/>
            <a:ext cx="1737360" cy="77724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Контроллер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560320"/>
            <a:ext cx="1645920" cy="77724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Модель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560320"/>
            <a:ext cx="1554480" cy="777240"/>
          </a:xfrm>
          <a:prstGeom prst="roundRect">
            <a:avLst/>
          </a:prstGeom>
          <a:solidFill>
            <a:srgbClr val="73907B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560320"/>
            <a:ext cx="1828800" cy="77724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Blade 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953512"/>
            <a:ext cx="36576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80560" y="2953512"/>
            <a:ext cx="45720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2953512"/>
            <a:ext cx="36576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20" y="2953512"/>
            <a:ext cx="36576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206240"/>
            <a:ext cx="9875520" cy="132588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34255"/>
            <a:ext cx="9473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Смысл схемы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9028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1B14"/>
                </a:solidFill>
                <a:latin typeface="Arial"/>
              </a:rPr>
              <a:t>Контроллер получает HTTP-запрос, валидирует данные, обращается к модели и передает результат в Blade-представление для отображения интерфейса.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Диаграмма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Структура базы данных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6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3017520" cy="246888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users
id
name
email
password
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291840" cy="3108960"/>
          </a:xfrm>
          <a:prstGeom prst="roundRect">
            <a:avLst/>
          </a:prstGeom>
          <a:solidFill>
            <a:srgbClr val="E0C4A4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tickets
id
title
description
priority
status
created_by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11680"/>
            <a:ext cx="2286000" cy="2103120"/>
          </a:xfrm>
          <a:prstGeom prst="roundRect">
            <a:avLst/>
          </a:prstGeom>
          <a:solidFill>
            <a:srgbClr val="FFFBF5"/>
          </a:solidFill>
          <a:ln>
            <a:solidFill>
              <a:srgbClr val="8E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1B14"/>
                </a:solidFill>
                <a:latin typeface="Arial"/>
              </a:rPr>
              <a:t>sessions
id
user_id
payload
last_activity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31920" y="2743200"/>
            <a:ext cx="640080" cy="36576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926080"/>
            <a:ext cx="548640" cy="0"/>
          </a:xfrm>
          <a:prstGeom prst="line">
            <a:avLst/>
          </a:prstGeom>
          <a:ln w="27940">
            <a:solidFill>
              <a:srgbClr val="8E4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5257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C5C49"/>
                </a:solidFill>
                <a:latin typeface="Arial"/>
              </a:rPr>
              <a:t>Ключевая связь проекта: tickets.created_by → users.id. Таблица sessions обеспечивает стабильную работу авторизации через сессии Laravel.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Реализованный функционал и роли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7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00200"/>
            <a:ext cx="5394960" cy="443484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28216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Функциональные возможности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Вход и выход из системы.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Просмотр списка заявок.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Создание заявки только ролью user.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Редактирование существующих заявок администратором и менеджером.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Тестовые данные через сидеры.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4892040" cy="443484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728216"/>
            <a:ext cx="44897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Ролевая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2976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user — создает свои заявки и редактирует свои.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admin — просматривает и редактирует существующие заявки.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manager — просматривает и редактирует существующие заявки.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Контроль версий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Git и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8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5303520" cy="438912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73936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Зачем нужен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29968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Фиксация этапов разработки проекта.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История изменений по файлам и функциональности.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Подтверждение самостоятельной работы над курсовой.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Подготовка проекта к размещению на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4919472" cy="438912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773936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Репозиторий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031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1B14"/>
                </a:solidFill>
                <a:latin typeface="Arial"/>
              </a:rPr>
              <a:t>GitHub: https://github.com/gols-bols/kurso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743200"/>
            <a:ext cx="4389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Код сайта и документация.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Миграции и сидеры базы данных.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Отдельная ветка course-defense-final.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Готовность к дальнейшим коммитам и pull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Сдача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Документация и материалы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9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5303520" cy="438912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73936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Подготовленные материалы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29968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Пояснительная записка, оформленная по дипломной методичке.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Презентация для выступления на 5–10 минут.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Рабочий сайт с ролями, БД и сидерами.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Готовая структура для локального запуска и демонстрации.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4919472" cy="438912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773936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Что показать на защите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29968"/>
            <a:ext cx="43891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Страницу входа.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Список заявок.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Создание заявки пользователем.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Редактирование заявки администратором.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Arial"/>
              </a:defRPr>
            </a:pPr>
            <a:r>
              <a:t>Схему БД и архитектурные диаграммы.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Arial"/>
              </a:rPr>
              <a:t>5–10 минут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Arial"/>
              </a:rPr>
              <a:t>План выступления на защите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Arial"/>
              </a:rPr>
              <a:t>Слайд 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149840" cy="448056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19656"/>
            <a:ext cx="9747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Рекомендуемая структура доклада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9418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1 минута — актуальность темы и цель проекта.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1–2 минуты — выбранные технологии: Laravel, MySQL, Git.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2 минуты — архитектура, база данных и роли.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2 минуты — живая демонстрация сайта.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Arial"/>
              </a:defRPr>
            </a:pPr>
            <a:r>
              <a:t>1 минута — выводы и направления развития.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31B14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C5C49"/>
                </a:solidFill>
                <a:latin typeface="Arial"/>
              </a:rPr>
              <a:t>Готов ответить на вопросы по архитектуре, базе данных, ролям пользователей, Git и дальнейшему развитию проекта.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023360"/>
            <a:ext cx="8321040" cy="114300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29968" y="4151376"/>
            <a:ext cx="7918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Arial"/>
              </a:rPr>
              <a:t>Ключевой результат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44348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31B14"/>
                </a:solidFill>
                <a:latin typeface="Arial"/>
              </a:rPr>
              <a:t>Создан рабочий web-сайт управления заявками на Laravel с БД MySQL и подготовлен полный комплект материалов к защите.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C5C49"/>
                </a:solidFill>
                <a:latin typeface="Arial"/>
              </a:rPr>
              <a:t>Слайд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